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5119350" cy="1043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02" autoAdjust="0"/>
    <p:restoredTop sz="94660"/>
  </p:normalViewPr>
  <p:slideViewPr>
    <p:cSldViewPr snapToGrid="0">
      <p:cViewPr>
        <p:scale>
          <a:sx n="51" d="100"/>
          <a:sy n="51" d="100"/>
        </p:scale>
        <p:origin x="295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08486"/>
            <a:ext cx="12851448" cy="3634458"/>
          </a:xfrm>
        </p:spPr>
        <p:txBody>
          <a:bodyPr anchor="b"/>
          <a:lstStyle>
            <a:lvl1pPr algn="ctr">
              <a:defRPr sz="91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483102"/>
            <a:ext cx="11339513" cy="2520438"/>
          </a:xfrm>
        </p:spPr>
        <p:txBody>
          <a:bodyPr/>
          <a:lstStyle>
            <a:lvl1pPr marL="0" indent="0" algn="ctr">
              <a:buNone/>
              <a:defRPr sz="3653"/>
            </a:lvl1pPr>
            <a:lvl2pPr marL="695950" indent="0" algn="ctr">
              <a:buNone/>
              <a:defRPr sz="3044"/>
            </a:lvl2pPr>
            <a:lvl3pPr marL="1391900" indent="0" algn="ctr">
              <a:buNone/>
              <a:defRPr sz="2740"/>
            </a:lvl3pPr>
            <a:lvl4pPr marL="2087850" indent="0" algn="ctr">
              <a:buNone/>
              <a:defRPr sz="2436"/>
            </a:lvl4pPr>
            <a:lvl5pPr marL="2783799" indent="0" algn="ctr">
              <a:buNone/>
              <a:defRPr sz="2436"/>
            </a:lvl5pPr>
            <a:lvl6pPr marL="3479749" indent="0" algn="ctr">
              <a:buNone/>
              <a:defRPr sz="2436"/>
            </a:lvl6pPr>
            <a:lvl7pPr marL="4175699" indent="0" algn="ctr">
              <a:buNone/>
              <a:defRPr sz="2436"/>
            </a:lvl7pPr>
            <a:lvl8pPr marL="4871649" indent="0" algn="ctr">
              <a:buNone/>
              <a:defRPr sz="2436"/>
            </a:lvl8pPr>
            <a:lvl9pPr marL="5567599" indent="0" algn="ctr">
              <a:buNone/>
              <a:defRPr sz="243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3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376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02603"/>
            <a:ext cx="13040439" cy="4342500"/>
          </a:xfrm>
        </p:spPr>
        <p:txBody>
          <a:bodyPr anchor="b"/>
          <a:lstStyle>
            <a:lvl1pPr>
              <a:defRPr sz="91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6986185"/>
            <a:ext cx="13040439" cy="2283618"/>
          </a:xfrm>
        </p:spPr>
        <p:txBody>
          <a:bodyPr/>
          <a:lstStyle>
            <a:lvl1pPr marL="0" indent="0">
              <a:buNone/>
              <a:defRPr sz="3653">
                <a:solidFill>
                  <a:schemeClr val="tx1">
                    <a:tint val="82000"/>
                  </a:schemeClr>
                </a:solidFill>
              </a:defRPr>
            </a:lvl1pPr>
            <a:lvl2pPr marL="695950" indent="0">
              <a:buNone/>
              <a:defRPr sz="3044">
                <a:solidFill>
                  <a:schemeClr val="tx1">
                    <a:tint val="82000"/>
                  </a:schemeClr>
                </a:solidFill>
              </a:defRPr>
            </a:lvl2pPr>
            <a:lvl3pPr marL="1391900" indent="0">
              <a:buNone/>
              <a:defRPr sz="2740">
                <a:solidFill>
                  <a:schemeClr val="tx1">
                    <a:tint val="82000"/>
                  </a:schemeClr>
                </a:solidFill>
              </a:defRPr>
            </a:lvl3pPr>
            <a:lvl4pPr marL="2087850" indent="0">
              <a:buNone/>
              <a:defRPr sz="2436">
                <a:solidFill>
                  <a:schemeClr val="tx1">
                    <a:tint val="82000"/>
                  </a:schemeClr>
                </a:solidFill>
              </a:defRPr>
            </a:lvl4pPr>
            <a:lvl5pPr marL="2783799" indent="0">
              <a:buNone/>
              <a:defRPr sz="2436">
                <a:solidFill>
                  <a:schemeClr val="tx1">
                    <a:tint val="82000"/>
                  </a:schemeClr>
                </a:solidFill>
              </a:defRPr>
            </a:lvl5pPr>
            <a:lvl6pPr marL="3479749" indent="0">
              <a:buNone/>
              <a:defRPr sz="2436">
                <a:solidFill>
                  <a:schemeClr val="tx1">
                    <a:tint val="82000"/>
                  </a:schemeClr>
                </a:solidFill>
              </a:defRPr>
            </a:lvl6pPr>
            <a:lvl7pPr marL="4175699" indent="0">
              <a:buNone/>
              <a:defRPr sz="2436">
                <a:solidFill>
                  <a:schemeClr val="tx1">
                    <a:tint val="82000"/>
                  </a:schemeClr>
                </a:solidFill>
              </a:defRPr>
            </a:lvl7pPr>
            <a:lvl8pPr marL="4871649" indent="0">
              <a:buNone/>
              <a:defRPr sz="2436">
                <a:solidFill>
                  <a:schemeClr val="tx1">
                    <a:tint val="82000"/>
                  </a:schemeClr>
                </a:solidFill>
              </a:defRPr>
            </a:lvl8pPr>
            <a:lvl9pPr marL="5567599" indent="0">
              <a:buNone/>
              <a:defRPr sz="24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354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779007"/>
            <a:ext cx="6425724" cy="66237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779007"/>
            <a:ext cx="6425724" cy="66237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22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55804"/>
            <a:ext cx="13040439" cy="201780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559104"/>
            <a:ext cx="6396193" cy="1254177"/>
          </a:xfrm>
        </p:spPr>
        <p:txBody>
          <a:bodyPr anchor="b"/>
          <a:lstStyle>
            <a:lvl1pPr marL="0" indent="0">
              <a:buNone/>
              <a:defRPr sz="3653" b="1"/>
            </a:lvl1pPr>
            <a:lvl2pPr marL="695950" indent="0">
              <a:buNone/>
              <a:defRPr sz="3044" b="1"/>
            </a:lvl2pPr>
            <a:lvl3pPr marL="1391900" indent="0">
              <a:buNone/>
              <a:defRPr sz="2740" b="1"/>
            </a:lvl3pPr>
            <a:lvl4pPr marL="2087850" indent="0">
              <a:buNone/>
              <a:defRPr sz="2436" b="1"/>
            </a:lvl4pPr>
            <a:lvl5pPr marL="2783799" indent="0">
              <a:buNone/>
              <a:defRPr sz="2436" b="1"/>
            </a:lvl5pPr>
            <a:lvl6pPr marL="3479749" indent="0">
              <a:buNone/>
              <a:defRPr sz="2436" b="1"/>
            </a:lvl6pPr>
            <a:lvl7pPr marL="4175699" indent="0">
              <a:buNone/>
              <a:defRPr sz="2436" b="1"/>
            </a:lvl7pPr>
            <a:lvl8pPr marL="4871649" indent="0">
              <a:buNone/>
              <a:defRPr sz="2436" b="1"/>
            </a:lvl8pPr>
            <a:lvl9pPr marL="5567599" indent="0">
              <a:buNone/>
              <a:defRPr sz="243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813281"/>
            <a:ext cx="6396193" cy="56087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559104"/>
            <a:ext cx="6427693" cy="1254177"/>
          </a:xfrm>
        </p:spPr>
        <p:txBody>
          <a:bodyPr anchor="b"/>
          <a:lstStyle>
            <a:lvl1pPr marL="0" indent="0">
              <a:buNone/>
              <a:defRPr sz="3653" b="1"/>
            </a:lvl1pPr>
            <a:lvl2pPr marL="695950" indent="0">
              <a:buNone/>
              <a:defRPr sz="3044" b="1"/>
            </a:lvl2pPr>
            <a:lvl3pPr marL="1391900" indent="0">
              <a:buNone/>
              <a:defRPr sz="2740" b="1"/>
            </a:lvl3pPr>
            <a:lvl4pPr marL="2087850" indent="0">
              <a:buNone/>
              <a:defRPr sz="2436" b="1"/>
            </a:lvl4pPr>
            <a:lvl5pPr marL="2783799" indent="0">
              <a:buNone/>
              <a:defRPr sz="2436" b="1"/>
            </a:lvl5pPr>
            <a:lvl6pPr marL="3479749" indent="0">
              <a:buNone/>
              <a:defRPr sz="2436" b="1"/>
            </a:lvl6pPr>
            <a:lvl7pPr marL="4175699" indent="0">
              <a:buNone/>
              <a:defRPr sz="2436" b="1"/>
            </a:lvl7pPr>
            <a:lvl8pPr marL="4871649" indent="0">
              <a:buNone/>
              <a:defRPr sz="2436" b="1"/>
            </a:lvl8pPr>
            <a:lvl9pPr marL="5567599" indent="0">
              <a:buNone/>
              <a:defRPr sz="243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813281"/>
            <a:ext cx="6427693" cy="560876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507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32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8537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695960"/>
            <a:ext cx="4876384" cy="2435860"/>
          </a:xfrm>
        </p:spPr>
        <p:txBody>
          <a:bodyPr anchor="b"/>
          <a:lstStyle>
            <a:lvl1pPr>
              <a:defRPr sz="487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03083"/>
            <a:ext cx="7654171" cy="7418740"/>
          </a:xfrm>
        </p:spPr>
        <p:txBody>
          <a:bodyPr/>
          <a:lstStyle>
            <a:lvl1pPr>
              <a:defRPr sz="4871"/>
            </a:lvl1pPr>
            <a:lvl2pPr>
              <a:defRPr sz="4262"/>
            </a:lvl2pPr>
            <a:lvl3pPr>
              <a:defRPr sz="3653"/>
            </a:lvl3pPr>
            <a:lvl4pPr>
              <a:defRPr sz="3044"/>
            </a:lvl4pPr>
            <a:lvl5pPr>
              <a:defRPr sz="3044"/>
            </a:lvl5pPr>
            <a:lvl6pPr>
              <a:defRPr sz="3044"/>
            </a:lvl6pPr>
            <a:lvl7pPr>
              <a:defRPr sz="3044"/>
            </a:lvl7pPr>
            <a:lvl8pPr>
              <a:defRPr sz="3044"/>
            </a:lvl8pPr>
            <a:lvl9pPr>
              <a:defRPr sz="304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131820"/>
            <a:ext cx="4876384" cy="5802084"/>
          </a:xfrm>
        </p:spPr>
        <p:txBody>
          <a:bodyPr/>
          <a:lstStyle>
            <a:lvl1pPr marL="0" indent="0">
              <a:buNone/>
              <a:defRPr sz="2436"/>
            </a:lvl1pPr>
            <a:lvl2pPr marL="695950" indent="0">
              <a:buNone/>
              <a:defRPr sz="2131"/>
            </a:lvl2pPr>
            <a:lvl3pPr marL="1391900" indent="0">
              <a:buNone/>
              <a:defRPr sz="1827"/>
            </a:lvl3pPr>
            <a:lvl4pPr marL="2087850" indent="0">
              <a:buNone/>
              <a:defRPr sz="1522"/>
            </a:lvl4pPr>
            <a:lvl5pPr marL="2783799" indent="0">
              <a:buNone/>
              <a:defRPr sz="1522"/>
            </a:lvl5pPr>
            <a:lvl6pPr marL="3479749" indent="0">
              <a:buNone/>
              <a:defRPr sz="1522"/>
            </a:lvl6pPr>
            <a:lvl7pPr marL="4175699" indent="0">
              <a:buNone/>
              <a:defRPr sz="1522"/>
            </a:lvl7pPr>
            <a:lvl8pPr marL="4871649" indent="0">
              <a:buNone/>
              <a:defRPr sz="1522"/>
            </a:lvl8pPr>
            <a:lvl9pPr marL="5567599" indent="0">
              <a:buNone/>
              <a:defRPr sz="152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47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695960"/>
            <a:ext cx="4876384" cy="2435860"/>
          </a:xfrm>
        </p:spPr>
        <p:txBody>
          <a:bodyPr anchor="b"/>
          <a:lstStyle>
            <a:lvl1pPr>
              <a:defRPr sz="487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03083"/>
            <a:ext cx="7654171" cy="7418740"/>
          </a:xfrm>
        </p:spPr>
        <p:txBody>
          <a:bodyPr anchor="t"/>
          <a:lstStyle>
            <a:lvl1pPr marL="0" indent="0">
              <a:buNone/>
              <a:defRPr sz="4871"/>
            </a:lvl1pPr>
            <a:lvl2pPr marL="695950" indent="0">
              <a:buNone/>
              <a:defRPr sz="4262"/>
            </a:lvl2pPr>
            <a:lvl3pPr marL="1391900" indent="0">
              <a:buNone/>
              <a:defRPr sz="3653"/>
            </a:lvl3pPr>
            <a:lvl4pPr marL="2087850" indent="0">
              <a:buNone/>
              <a:defRPr sz="3044"/>
            </a:lvl4pPr>
            <a:lvl5pPr marL="2783799" indent="0">
              <a:buNone/>
              <a:defRPr sz="3044"/>
            </a:lvl5pPr>
            <a:lvl6pPr marL="3479749" indent="0">
              <a:buNone/>
              <a:defRPr sz="3044"/>
            </a:lvl6pPr>
            <a:lvl7pPr marL="4175699" indent="0">
              <a:buNone/>
              <a:defRPr sz="3044"/>
            </a:lvl7pPr>
            <a:lvl8pPr marL="4871649" indent="0">
              <a:buNone/>
              <a:defRPr sz="3044"/>
            </a:lvl8pPr>
            <a:lvl9pPr marL="5567599" indent="0">
              <a:buNone/>
              <a:defRPr sz="3044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131820"/>
            <a:ext cx="4876384" cy="5802084"/>
          </a:xfrm>
        </p:spPr>
        <p:txBody>
          <a:bodyPr/>
          <a:lstStyle>
            <a:lvl1pPr marL="0" indent="0">
              <a:buNone/>
              <a:defRPr sz="2436"/>
            </a:lvl1pPr>
            <a:lvl2pPr marL="695950" indent="0">
              <a:buNone/>
              <a:defRPr sz="2131"/>
            </a:lvl2pPr>
            <a:lvl3pPr marL="1391900" indent="0">
              <a:buNone/>
              <a:defRPr sz="1827"/>
            </a:lvl3pPr>
            <a:lvl4pPr marL="2087850" indent="0">
              <a:buNone/>
              <a:defRPr sz="1522"/>
            </a:lvl4pPr>
            <a:lvl5pPr marL="2783799" indent="0">
              <a:buNone/>
              <a:defRPr sz="1522"/>
            </a:lvl5pPr>
            <a:lvl6pPr marL="3479749" indent="0">
              <a:buNone/>
              <a:defRPr sz="1522"/>
            </a:lvl6pPr>
            <a:lvl7pPr marL="4175699" indent="0">
              <a:buNone/>
              <a:defRPr sz="1522"/>
            </a:lvl7pPr>
            <a:lvl8pPr marL="4871649" indent="0">
              <a:buNone/>
              <a:defRPr sz="1522"/>
            </a:lvl8pPr>
            <a:lvl9pPr marL="5567599" indent="0">
              <a:buNone/>
              <a:defRPr sz="152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60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301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55801"/>
            <a:ext cx="3260110" cy="884690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55801"/>
            <a:ext cx="9591338" cy="884690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2848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55804"/>
            <a:ext cx="13040439" cy="201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779007"/>
            <a:ext cx="13040439" cy="6623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675780"/>
            <a:ext cx="3401854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2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1824C-1E49-4071-81E5-3F62FD554BD3}" type="datetimeFigureOut">
              <a:rPr lang="es-ES" smtClean="0"/>
              <a:t>06/04/2026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675780"/>
            <a:ext cx="5102781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2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675780"/>
            <a:ext cx="3401854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2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73C15-D2F4-4063-A04E-0BB709F4EF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92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91900" rtl="0" eaLnBrk="1" latinLnBrk="0" hangingPunct="1">
        <a:lnSpc>
          <a:spcPct val="90000"/>
        </a:lnSpc>
        <a:spcBef>
          <a:spcPct val="0"/>
        </a:spcBef>
        <a:buNone/>
        <a:defRPr sz="66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7975" indent="-347975" algn="l" defTabSz="1391900" rtl="0" eaLnBrk="1" latinLnBrk="0" hangingPunct="1">
        <a:lnSpc>
          <a:spcPct val="90000"/>
        </a:lnSpc>
        <a:spcBef>
          <a:spcPts val="1522"/>
        </a:spcBef>
        <a:buFont typeface="Arial" panose="020B0604020202020204" pitchFamily="34" charset="0"/>
        <a:buChar char="•"/>
        <a:defRPr sz="4262" kern="1200">
          <a:solidFill>
            <a:schemeClr val="tx1"/>
          </a:solidFill>
          <a:latin typeface="+mn-lt"/>
          <a:ea typeface="+mn-ea"/>
          <a:cs typeface="+mn-cs"/>
        </a:defRPr>
      </a:lvl1pPr>
      <a:lvl2pPr marL="1043925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3653" kern="1200">
          <a:solidFill>
            <a:schemeClr val="tx1"/>
          </a:solidFill>
          <a:latin typeface="+mn-lt"/>
          <a:ea typeface="+mn-ea"/>
          <a:cs typeface="+mn-cs"/>
        </a:defRPr>
      </a:lvl2pPr>
      <a:lvl3pPr marL="1739875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3044" kern="1200">
          <a:solidFill>
            <a:schemeClr val="tx1"/>
          </a:solidFill>
          <a:latin typeface="+mn-lt"/>
          <a:ea typeface="+mn-ea"/>
          <a:cs typeface="+mn-cs"/>
        </a:defRPr>
      </a:lvl3pPr>
      <a:lvl4pPr marL="243582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4pPr>
      <a:lvl5pPr marL="313177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5pPr>
      <a:lvl6pPr marL="382772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6pPr>
      <a:lvl7pPr marL="452367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7pPr>
      <a:lvl8pPr marL="521962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8pPr>
      <a:lvl9pPr marL="5915574" indent="-347975" algn="l" defTabSz="139190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1pPr>
      <a:lvl2pPr marL="695950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2pPr>
      <a:lvl3pPr marL="1391900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3pPr>
      <a:lvl4pPr marL="2087850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4pPr>
      <a:lvl5pPr marL="278379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5pPr>
      <a:lvl6pPr marL="347974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6pPr>
      <a:lvl7pPr marL="417569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7pPr>
      <a:lvl8pPr marL="487164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8pPr>
      <a:lvl9pPr marL="5567599" algn="l" defTabSz="1391900" rtl="0" eaLnBrk="1" latinLnBrk="0" hangingPunct="1">
        <a:defRPr sz="2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DA80E12-16D1-707C-9B3C-7CA4AD221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19350" cy="95794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B92AC86-3DD1-9A5E-A020-C1E38D554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18171"/>
            <a:ext cx="15119350" cy="112122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66920B7-1EF8-281A-63EC-9B0BA71F5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86" y="9579429"/>
            <a:ext cx="14836614" cy="838092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4CEACCAB-E0B7-E821-C36E-E941B358E953}"/>
              </a:ext>
            </a:extLst>
          </p:cNvPr>
          <p:cNvSpPr txBox="1"/>
          <p:nvPr/>
        </p:nvSpPr>
        <p:spPr>
          <a:xfrm>
            <a:off x="6654800" y="9318171"/>
            <a:ext cx="76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 err="1">
                <a:effectLst/>
              </a:rPr>
              <a:t>References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17027459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DC8D5B57D39C458D729ACDADEF7AB4" ma:contentTypeVersion="8" ma:contentTypeDescription="Crear nuevo documento." ma:contentTypeScope="" ma:versionID="87eed33f7baf0ec7f9162dd85e59bbbe">
  <xsd:schema xmlns:xsd="http://www.w3.org/2001/XMLSchema" xmlns:xs="http://www.w3.org/2001/XMLSchema" xmlns:p="http://schemas.microsoft.com/office/2006/metadata/properties" xmlns:ns3="73f2851d-470a-4f90-9f5b-67a2dbab920f" xmlns:ns4="0523cc9b-294c-4811-bab3-44bbfdfebd50" targetNamespace="http://schemas.microsoft.com/office/2006/metadata/properties" ma:root="true" ma:fieldsID="dac5aa64099efea71d87a9e985a255af" ns3:_="" ns4:_="">
    <xsd:import namespace="73f2851d-470a-4f90-9f5b-67a2dbab920f"/>
    <xsd:import namespace="0523cc9b-294c-4811-bab3-44bbfdfebd5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f2851d-470a-4f90-9f5b-67a2dbab920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3cc9b-294c-4811-bab3-44bbfdfeb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523cc9b-294c-4811-bab3-44bbfdfebd50" xsi:nil="true"/>
  </documentManagement>
</p:properties>
</file>

<file path=customXml/itemProps1.xml><?xml version="1.0" encoding="utf-8"?>
<ds:datastoreItem xmlns:ds="http://schemas.openxmlformats.org/officeDocument/2006/customXml" ds:itemID="{9F8D1B91-5B49-4382-8354-E43ECE5C77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f2851d-470a-4f90-9f5b-67a2dbab920f"/>
    <ds:schemaRef ds:uri="0523cc9b-294c-4811-bab3-44bbfdfebd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7A8F70-93D6-4411-A3CF-45DA31AE75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AB8779-2ACF-44C8-9D53-C1BE385249A1}">
  <ds:schemaRefs>
    <ds:schemaRef ds:uri="http://purl.org/dc/terms/"/>
    <ds:schemaRef ds:uri="http://purl.org/dc/dcmitype/"/>
    <ds:schemaRef ds:uri="73f2851d-470a-4f90-9f5b-67a2dbab920f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0523cc9b-294c-4811-bab3-44bbfdfebd50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1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Lubochiner</dc:creator>
  <cp:lastModifiedBy>Diego Lubochiner</cp:lastModifiedBy>
  <cp:revision>1</cp:revision>
  <dcterms:created xsi:type="dcterms:W3CDTF">2026-04-06T19:06:15Z</dcterms:created>
  <dcterms:modified xsi:type="dcterms:W3CDTF">2026-04-06T19:32:57Z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0x010100FBDC8D5B57D39C458D729ACDADEF7AB4</vt:lpwstr>
  </property>
</Properties>
</file>